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769493930047c3" /><Relationship Type="http://schemas.openxmlformats.org/officeDocument/2006/relationships/extended-properties" Target="/docProps/app.xml" Id="R3be40214ddf54267" /><Relationship Type="http://schemas.openxmlformats.org/officeDocument/2006/relationships/officeDocument" Target="/ppt/presentation.xml" Id="R923d7be426ad40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83c982bb9b4030"/>
  </p:sldMasterIdLst>
  <p:notesMasterIdLst>
    <p:notesMasterId xmlns:r="http://schemas.openxmlformats.org/officeDocument/2006/relationships" r:id="Rfb9c302ca9ce4e1a"/>
  </p:notesMasterIdLst>
  <p:sldIdLst>
    <p:sldId xmlns:r="http://schemas.openxmlformats.org/officeDocument/2006/relationships" id="256" r:id="Ref0f5abb509945f3"/>
    <p:sldId xmlns:r="http://schemas.openxmlformats.org/officeDocument/2006/relationships" id="257" r:id="Ra892c3bed8ef44df"/>
    <p:sldId xmlns:r="http://schemas.openxmlformats.org/officeDocument/2006/relationships" id="258" r:id="R87f106dfd83a448c"/>
    <p:sldId xmlns:r="http://schemas.openxmlformats.org/officeDocument/2006/relationships" id="259" r:id="Rbda0d38bb11b4b80"/>
    <p:sldId xmlns:r="http://schemas.openxmlformats.org/officeDocument/2006/relationships" id="260" r:id="R191a45b96bf34ddc"/>
    <p:sldId xmlns:r="http://schemas.openxmlformats.org/officeDocument/2006/relationships" id="261" r:id="R791df3300727475e"/>
    <p:sldId xmlns:r="http://schemas.openxmlformats.org/officeDocument/2006/relationships" id="262" r:id="R1abf177e816e4729"/>
    <p:sldId xmlns:r="http://schemas.openxmlformats.org/officeDocument/2006/relationships" id="263" r:id="Rb42070b1938d44ef"/>
    <p:sldId xmlns:r="http://schemas.openxmlformats.org/officeDocument/2006/relationships" id="264" r:id="R0d331e6a0d514a04"/>
    <p:sldId xmlns:r="http://schemas.openxmlformats.org/officeDocument/2006/relationships" id="265" r:id="R0e13aa35ed784f02"/>
    <p:sldId xmlns:r="http://schemas.openxmlformats.org/officeDocument/2006/relationships" id="266" r:id="Rc2d418f0ef4745fe"/>
    <p:sldId xmlns:r="http://schemas.openxmlformats.org/officeDocument/2006/relationships" id="267" r:id="R0b006b83ea52439d"/>
    <p:sldId xmlns:r="http://schemas.openxmlformats.org/officeDocument/2006/relationships" id="268" r:id="Ra049e6e313864338"/>
    <p:sldId xmlns:r="http://schemas.openxmlformats.org/officeDocument/2006/relationships" id="269" r:id="R7f1321ec34e0476c"/>
    <p:sldId xmlns:r="http://schemas.openxmlformats.org/officeDocument/2006/relationships" id="270" r:id="R50aa6cdeab504acf"/>
    <p:sldId xmlns:r="http://schemas.openxmlformats.org/officeDocument/2006/relationships" id="271" r:id="Rf0a292b39b8d4cfa"/>
    <p:sldId xmlns:r="http://schemas.openxmlformats.org/officeDocument/2006/relationships" id="272" r:id="R523f67ebe613422e"/>
    <p:sldId xmlns:r="http://schemas.openxmlformats.org/officeDocument/2006/relationships" id="273" r:id="R5da61404230b4924"/>
    <p:sldId xmlns:r="http://schemas.openxmlformats.org/officeDocument/2006/relationships" id="274" r:id="R4e46099602864137"/>
    <p:sldId xmlns:r="http://schemas.openxmlformats.org/officeDocument/2006/relationships" id="275" r:id="R5572d678761841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6b6a37dee4978" /><Relationship Type="http://schemas.openxmlformats.org/officeDocument/2006/relationships/slideMaster" Target="/ppt/slideMasters/slideMaster1.xml" Id="R2983c982bb9b4030" /><Relationship Type="http://schemas.openxmlformats.org/officeDocument/2006/relationships/notesMaster" Target="/ppt/notesMasters/notesMaster1.xml" Id="Rfb9c302ca9ce4e1a" /><Relationship Type="http://schemas.openxmlformats.org/officeDocument/2006/relationships/presProps" Target="/ppt/presProps.xml" Id="R466e25aa03d6495c" /><Relationship Type="http://schemas.openxmlformats.org/officeDocument/2006/relationships/viewProps" Target="/ppt/viewProps.xml" Id="Ra6453db58a06491a" /><Relationship Type="http://schemas.openxmlformats.org/officeDocument/2006/relationships/tableStyles" Target="/ppt/tableStyles.xml" Id="Rd5df9d3e15f247ad" /><Relationship Type="http://schemas.openxmlformats.org/officeDocument/2006/relationships/slide" Target="/ppt/slides/slide1.xml" Id="Ref0f5abb509945f3" /><Relationship Type="http://schemas.openxmlformats.org/officeDocument/2006/relationships/slide" Target="/ppt/slides/slide2.xml" Id="Ra892c3bed8ef44df" /><Relationship Type="http://schemas.openxmlformats.org/officeDocument/2006/relationships/slide" Target="/ppt/slides/slide3.xml" Id="R87f106dfd83a448c" /><Relationship Type="http://schemas.openxmlformats.org/officeDocument/2006/relationships/slide" Target="/ppt/slides/slide4.xml" Id="Rbda0d38bb11b4b80" /><Relationship Type="http://schemas.openxmlformats.org/officeDocument/2006/relationships/slide" Target="/ppt/slides/slide5.xml" Id="R191a45b96bf34ddc" /><Relationship Type="http://schemas.openxmlformats.org/officeDocument/2006/relationships/slide" Target="/ppt/slides/slide6.xml" Id="R791df3300727475e" /><Relationship Type="http://schemas.openxmlformats.org/officeDocument/2006/relationships/slide" Target="/ppt/slides/slide7.xml" Id="R1abf177e816e4729" /><Relationship Type="http://schemas.openxmlformats.org/officeDocument/2006/relationships/slide" Target="/ppt/slides/slide8.xml" Id="Rb42070b1938d44ef" /><Relationship Type="http://schemas.openxmlformats.org/officeDocument/2006/relationships/slide" Target="/ppt/slides/slide9.xml" Id="R0d331e6a0d514a04" /><Relationship Type="http://schemas.openxmlformats.org/officeDocument/2006/relationships/slide" Target="/ppt/slides/slide10.xml" Id="R0e13aa35ed784f02" /><Relationship Type="http://schemas.openxmlformats.org/officeDocument/2006/relationships/slide" Target="/ppt/slides/slide11.xml" Id="Rc2d418f0ef4745fe" /><Relationship Type="http://schemas.openxmlformats.org/officeDocument/2006/relationships/slide" Target="/ppt/slides/slide12.xml" Id="R0b006b83ea52439d" /><Relationship Type="http://schemas.openxmlformats.org/officeDocument/2006/relationships/slide" Target="/ppt/slides/slide13.xml" Id="Ra049e6e313864338" /><Relationship Type="http://schemas.openxmlformats.org/officeDocument/2006/relationships/slide" Target="/ppt/slides/slide14.xml" Id="R7f1321ec34e0476c" /><Relationship Type="http://schemas.openxmlformats.org/officeDocument/2006/relationships/slide" Target="/ppt/slides/slide15.xml" Id="R50aa6cdeab504acf" /><Relationship Type="http://schemas.openxmlformats.org/officeDocument/2006/relationships/slide" Target="/ppt/slides/slide16.xml" Id="Rf0a292b39b8d4cfa" /><Relationship Type="http://schemas.openxmlformats.org/officeDocument/2006/relationships/slide" Target="/ppt/slides/slide17.xml" Id="R523f67ebe613422e" /><Relationship Type="http://schemas.openxmlformats.org/officeDocument/2006/relationships/slide" Target="/ppt/slides/slide18.xml" Id="R5da61404230b4924" /><Relationship Type="http://schemas.openxmlformats.org/officeDocument/2006/relationships/slide" Target="/ppt/slides/slide19.xml" Id="R4e46099602864137" /><Relationship Type="http://schemas.openxmlformats.org/officeDocument/2006/relationships/slide" Target="/ppt/slides/slide20.xml" Id="R5572d6787618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f2ec836fdb4d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Noto Sans JP Black"/>
        <a:ea typeface="Noto Sans JP Black"/>
        <a:cs typeface=""/>
      </a:majorFont>
      <a:minorFont>
        <a:latin typeface="Noto Sans JP Black"/>
        <a:ea typeface="Noto Sans JP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0d8045bb7247bd" /><Relationship Type="http://schemas.openxmlformats.org/officeDocument/2006/relationships/notesMaster" Target="/ppt/notesMasters/notesMaster1.xml" Id="Rbe48b5d7d21346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36d09aea984382" /><Relationship Type="http://schemas.openxmlformats.org/officeDocument/2006/relationships/notesMaster" Target="/ppt/notesMasters/notesMaster1.xml" Id="R473b332361d046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b5548051174e56" /><Relationship Type="http://schemas.openxmlformats.org/officeDocument/2006/relationships/notesMaster" Target="/ppt/notesMasters/notesMaster1.xml" Id="R8aec2fa2053740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fa871c534041e4" /><Relationship Type="http://schemas.openxmlformats.org/officeDocument/2006/relationships/notesMaster" Target="/ppt/notesMasters/notesMaster1.xml" Id="R701d929f2279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44a4fcd87e4e5e" /><Relationship Type="http://schemas.openxmlformats.org/officeDocument/2006/relationships/notesMaster" Target="/ppt/notesMasters/notesMaster1.xml" Id="Rbaef14100e304d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2c5becede24ca4" /><Relationship Type="http://schemas.openxmlformats.org/officeDocument/2006/relationships/notesMaster" Target="/ppt/notesMasters/notesMaster1.xml" Id="Rb939c9625bb74f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f921e4e2f84526" /><Relationship Type="http://schemas.openxmlformats.org/officeDocument/2006/relationships/notesMaster" Target="/ppt/notesMasters/notesMaster1.xml" Id="R3140cea41abb49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da5a55ae914230" /><Relationship Type="http://schemas.openxmlformats.org/officeDocument/2006/relationships/notesMaster" Target="/ppt/notesMasters/notesMaster1.xml" Id="R59d93b02753440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d8bd24e9b94fdb" /><Relationship Type="http://schemas.openxmlformats.org/officeDocument/2006/relationships/notesMaster" Target="/ppt/notesMasters/notesMaster1.xml" Id="Rf7ed37a519ff4e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ef220945e246cb" /><Relationship Type="http://schemas.openxmlformats.org/officeDocument/2006/relationships/notesMaster" Target="/ppt/notesMasters/notesMaster1.xml" Id="Ra4d1b14f58d545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eb1e3d70fb4011" /><Relationship Type="http://schemas.openxmlformats.org/officeDocument/2006/relationships/notesMaster" Target="/ppt/notesMasters/notesMaster1.xml" Id="R24c8d218cad144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89188b7b2b457f" /><Relationship Type="http://schemas.openxmlformats.org/officeDocument/2006/relationships/notesMaster" Target="/ppt/notesMasters/notesMaster1.xml" Id="R3a8ba667ed3b48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e3dd23064e4203" /><Relationship Type="http://schemas.openxmlformats.org/officeDocument/2006/relationships/notesMaster" Target="/ppt/notesMasters/notesMaster1.xml" Id="R5dfcefbfb8d449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9629a91560461d" /><Relationship Type="http://schemas.openxmlformats.org/officeDocument/2006/relationships/notesMaster" Target="/ppt/notesMasters/notesMaster1.xml" Id="R35bfef83e22a43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754808aa05481e" /><Relationship Type="http://schemas.openxmlformats.org/officeDocument/2006/relationships/notesMaster" Target="/ppt/notesMasters/notesMaster1.xml" Id="R4251b8979b8d4c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6eb233d8934b2a" /><Relationship Type="http://schemas.openxmlformats.org/officeDocument/2006/relationships/notesMaster" Target="/ppt/notesMasters/notesMaster1.xml" Id="Re604fcbf92444b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1a450a990541a0" /><Relationship Type="http://schemas.openxmlformats.org/officeDocument/2006/relationships/notesMaster" Target="/ppt/notesMasters/notesMaster1.xml" Id="R4de8d494293348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7d2c30b80f43d4" /><Relationship Type="http://schemas.openxmlformats.org/officeDocument/2006/relationships/notesMaster" Target="/ppt/notesMasters/notesMaster1.xml" Id="Rd3776f2ce85d4e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278d3a289c4b34" /><Relationship Type="http://schemas.openxmlformats.org/officeDocument/2006/relationships/notesMaster" Target="/ppt/notesMasters/notesMaster1.xml" Id="R2f0535cf876346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a22093a57b4e0b" /><Relationship Type="http://schemas.openxmlformats.org/officeDocument/2006/relationships/notesMaster" Target="/ppt/notesMasters/notesMaster1.xml" Id="Rb40675a8980449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dc2e240ec4c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f4f8d10ff4c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e323995364b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64bedbf0b47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675d3521a44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391af34fd4a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55c4a315a46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2739ac25e4ec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d7fdf3b2d402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31d7dc7e240a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c8ed8d9f142cf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82AF64A1-D69D-5DF8-AAB9-D2D599F5D0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FAFF52C4-C61D-CF33-3342-A2CA16DEA2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FF50CF1-0229-D787-77AC-78B5A33FC2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88682AA9-466A-0E91-8300-3E43E1680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A66BD61C-393B-04A9-5500-64D604988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DB7CB56-4492-8B15-37D4-3FCF22D2E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6278EBF-BF49-3247-5D26-5C9814FF8B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DE7B3D7-50B4-F7F2-B355-993BCACA40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2F2DB704-7573-4844-DDBB-27800A13B3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34A0D285-C026-304D-E419-8348340C35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D766248-8FAC-CAAD-414A-CEF1984EB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E797E29-6043-8F6F-A5AB-B745C7B1E3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F29BC20-31F1-FD0D-B55D-7C5729FF08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8D1E2ECA-003F-C333-5A47-8508AC0B87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5BC841F-6F8C-ACC2-F554-AD3A606444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241F7DC-71BE-AA07-02B6-FE311F4A1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6B92335-8D41-689C-4E81-FC4B967B7F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A4BF50C-3B90-ACD3-9680-5BAEC0BDE92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33B5E45E-1C88-B170-52D2-94439ED5C0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4BD41F7E-6067-D56A-DFF1-A2AAE32479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BAC9B257-6415-285D-71BE-C492E77F73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7B6ADA2-5059-574D-4C7B-7B8E26895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466EED4F-3B05-0237-320D-595BD2DCD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F302EC6-811E-4343-F901-480A29A456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D41C6314-30FA-632C-84E9-C5D37B12BFC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B072B12B-9DAA-B769-2EF1-EC1FE19CDE7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CF4455F6-D9C0-5EE5-6ECE-00C6FA7DEB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8" name="フッター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83C64F03-5E47-3DBF-CAD2-177C725A4E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スライド番号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0DF46D21-0CF0-EFDE-7CB4-7F9036563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DF7F8B0-66D8-F528-CE62-69F1141D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Noto Sans JP Black"/>
                <a:ea typeface="Noto Sans JP Black"/>
                <a:cs typeface="Noto Sans JP Black"/>
              </a:defRPr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日付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9A45EF3-0D6D-0A6A-BE07-6F7488DBA3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E3B44DA-76A2-4905-6517-985318DF6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スライド番号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219FFB28-AB84-6A17-E254-E62DAF6632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48800" y="28378"/>
            <a:ext cx="2743200" cy="74845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Noto Sans JP Black"/>
                <a:ea typeface="Noto Sans JP Black"/>
                <a:cs typeface="Noto Sans JP Black"/>
              </a:defRPr>
            </a:lvl1pPr>
          </a:lstStyle>
          <a:p xmlns:a="http://schemas.openxmlformats.org/drawingml/2006/main">
            <a:fld id="{3CC5A275-423E-448F-BE12-5E2422D33D56}" type="slidenum">
              <a:t>‹#›</a:t>
            </a:fld>
            <a:endParaRPr>
              <a:latin typeface="Noto Sans JP Black"/>
              <a:ea typeface="Noto Sans JP Black"/>
              <a:cs typeface="Noto Sans JP Black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5CDD5EF1-788F-9702-AB3D-35B73B588D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6DA73EC-EEF5-D7B0-1135-FA312F2C8E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012E95F-843D-71CB-77B2-A80513DC83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BE92EECF-BA52-E7B2-B0A6-A9DF5FEB2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1B28674-21C3-E3D6-335C-2EB3443B10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1BE95E9-9BFA-2B76-5967-9314A71667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6CD82FC9-7817-ED90-5073-7748224642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3D9F93A7-878E-F23E-F3B4-8521775C60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AA59ACAD-A278-13D8-7848-0CF76AD5D4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64C38416-6558-8700-E642-84499222F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769AE08-6029-67CC-891B-B6BF427E0F1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37400D3-3536-CDAF-1E21-E9B674BC6C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DD879593-1C94-4574-CA49-108A2B5CD5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59898D30-5118-C3A1-930E-B5853C3BEA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4772308D-6EFD-98AE-F43B-EFC4D883C8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E1C3CFF-9167-2AD3-5A66-EF5A3FCD5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95C268C-3BCE-EB56-9A9F-249AF7BDDB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931B31-A1A7-A528-182B-13B85BFC3E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6E377499-A053-FF87-586C-A39AA7294F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E8DC2A05-7468-CEFE-DDBF-D3B59E725D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縦書きタイトル 1">
            <a:extLst xmlns:a="http://schemas.openxmlformats.org/drawingml/2006/main">
              <a:ext uri="{FF2B5EF4-FFF2-40B4-BE49-F238E27FC236}">
                <a16:creationId xmlns:a16="http://schemas.microsoft.com/office/drawing/2014/main" id="{B9AA3A3D-3865-6A44-CBAC-3E2A053A9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9A3F9563-2317-C973-7606-601EC539F9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76B3D19-6CA4-14A6-E6A2-D0B417C242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257FA522-C493-A79C-4B3B-69FC93B730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866C1B62-7343-055B-59F1-3858D7F491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8929cf59d240e8" /><Relationship Type="http://schemas.openxmlformats.org/officeDocument/2006/relationships/slideLayout" Target="/ppt/slideLayouts/slideLayout1.xml" Id="R0d19daf2d27c40c3" /><Relationship Type="http://schemas.openxmlformats.org/officeDocument/2006/relationships/slideLayout" Target="/ppt/slideLayouts/slideLayout2.xml" Id="Rd367144a7e3947be" /><Relationship Type="http://schemas.openxmlformats.org/officeDocument/2006/relationships/slideLayout" Target="/ppt/slideLayouts/slideLayout3.xml" Id="R0582a029b0bf4ff6" /><Relationship Type="http://schemas.openxmlformats.org/officeDocument/2006/relationships/slideLayout" Target="/ppt/slideLayouts/slideLayout4.xml" Id="R74597ba547ee4ace" /><Relationship Type="http://schemas.openxmlformats.org/officeDocument/2006/relationships/slideLayout" Target="/ppt/slideLayouts/slideLayout5.xml" Id="R3a014380ae5f4673" /><Relationship Type="http://schemas.openxmlformats.org/officeDocument/2006/relationships/slideLayout" Target="/ppt/slideLayouts/slideLayout6.xml" Id="Rb4504c91d59c4db1" /><Relationship Type="http://schemas.openxmlformats.org/officeDocument/2006/relationships/slideLayout" Target="/ppt/slideLayouts/slideLayout7.xml" Id="R0eb437e604f546a9" /><Relationship Type="http://schemas.openxmlformats.org/officeDocument/2006/relationships/slideLayout" Target="/ppt/slideLayouts/slideLayout8.xml" Id="R5b073f5a914044b6" /><Relationship Type="http://schemas.openxmlformats.org/officeDocument/2006/relationships/slideLayout" Target="/ppt/slideLayouts/slideLayout9.xml" Id="Rb0b5eed335144421" /><Relationship Type="http://schemas.openxmlformats.org/officeDocument/2006/relationships/slideLayout" Target="/ppt/slideLayouts/slideLayout10.xml" Id="R45c7d78912dc44bb" /><Relationship Type="http://schemas.openxmlformats.org/officeDocument/2006/relationships/slideLayout" Target="/ppt/slideLayouts/slideLayout11.xml" Id="R7b26005524224a6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0EB015D0-C5E9-185C-3ECA-687943390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60DA5CD3-63D7-8476-0847-15FF22ED8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F5E60F0-6C1F-1BE4-6884-8C486F557BF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E27D00D-80E8-46B1-9596-5C3BCB7DCF67}" type="datetimeFigureOut">
              <a:t>2026/8/9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434691D2-5045-EAF8-AA47-AF04B92BD5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9F7B5335-5690-FE8B-F4C7-E35FAC6360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CC5A275-423E-448F-BE12-5E2422D33D5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19daf2d27c40c3"/>
    <p:sldLayoutId xmlns:r="http://schemas.openxmlformats.org/officeDocument/2006/relationships" id="2147483650" r:id="Rd367144a7e3947be"/>
    <p:sldLayoutId xmlns:r="http://schemas.openxmlformats.org/officeDocument/2006/relationships" id="2147483651" r:id="R0582a029b0bf4ff6"/>
    <p:sldLayoutId xmlns:r="http://schemas.openxmlformats.org/officeDocument/2006/relationships" id="2147483652" r:id="R74597ba547ee4ace"/>
    <p:sldLayoutId xmlns:r="http://schemas.openxmlformats.org/officeDocument/2006/relationships" id="2147483653" r:id="R3a014380ae5f4673"/>
    <p:sldLayoutId xmlns:r="http://schemas.openxmlformats.org/officeDocument/2006/relationships" id="2147483654" r:id="Rb4504c91d59c4db1"/>
    <p:sldLayoutId xmlns:r="http://schemas.openxmlformats.org/officeDocument/2006/relationships" id="2147483655" r:id="R0eb437e604f546a9"/>
    <p:sldLayoutId xmlns:r="http://schemas.openxmlformats.org/officeDocument/2006/relationships" id="2147483656" r:id="R5b073f5a914044b6"/>
    <p:sldLayoutId xmlns:r="http://schemas.openxmlformats.org/officeDocument/2006/relationships" id="2147483657" r:id="Rb0b5eed335144421"/>
    <p:sldLayoutId xmlns:r="http://schemas.openxmlformats.org/officeDocument/2006/relationships" id="2147483658" r:id="R45c7d78912dc44bb"/>
    <p:sldLayoutId xmlns:r="http://schemas.openxmlformats.org/officeDocument/2006/relationships" id="2147483659" r:id="R7b26005524224a6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Noto Sans JP Black"/>
        <a:ea typeface="Noto Sans JP Black"/>
        <a:cs typeface=""/>
      </a:majorFont>
      <a:minorFont>
        <a:latin typeface="Noto Sans JP Black"/>
        <a:ea typeface="Noto Sans JP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cf9e704a94461" /><Relationship Type="http://schemas.openxmlformats.org/officeDocument/2006/relationships/notesSlide" Target="/ppt/notesSlides/notesSlide1.xml" Id="Raf1fff70a0654f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29b5d4aab47a3" /><Relationship Type="http://schemas.openxmlformats.org/officeDocument/2006/relationships/image" Target="/ppt/media/image.png" Id="Rbfdf1f102666495b" /><Relationship Type="http://schemas.openxmlformats.org/officeDocument/2006/relationships/image" Target="/ppt/media/image2.png" Id="R98a514d101c44917" /><Relationship Type="http://schemas.openxmlformats.org/officeDocument/2006/relationships/image" Target="/ppt/media/image3.png" Id="Rb79e3cbbdd5e44a5" /><Relationship Type="http://schemas.openxmlformats.org/officeDocument/2006/relationships/notesSlide" Target="/ppt/notesSlides/notesSlide2.xml" Id="R7dee3e3262b147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2ade77abc4e4e" /><Relationship Type="http://schemas.openxmlformats.org/officeDocument/2006/relationships/image" Target="/ppt/media/image4.png" Id="Rf0efd6bebc5a44de" /><Relationship Type="http://schemas.openxmlformats.org/officeDocument/2006/relationships/image" Target="/ppt/media/image5.png" Id="R3e2702788f1340d2" /><Relationship Type="http://schemas.openxmlformats.org/officeDocument/2006/relationships/notesSlide" Target="/ppt/notesSlides/notesSlide3.xml" Id="R1d5a40fedd4340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99fded07f4333" /><Relationship Type="http://schemas.openxmlformats.org/officeDocument/2006/relationships/image" Target="/ppt/media/image6.png" Id="R76f807d602524355" /><Relationship Type="http://schemas.openxmlformats.org/officeDocument/2006/relationships/image" Target="/ppt/media/image7.png" Id="R60fe689d64e14388" /><Relationship Type="http://schemas.openxmlformats.org/officeDocument/2006/relationships/notesSlide" Target="/ppt/notesSlides/notesSlide4.xml" Id="R511088be11da4f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5719e6ee146d6" /><Relationship Type="http://schemas.openxmlformats.org/officeDocument/2006/relationships/image" Target="/ppt/media/image8.png" Id="Rd1757020b0754d10" /><Relationship Type="http://schemas.openxmlformats.org/officeDocument/2006/relationships/notesSlide" Target="/ppt/notesSlides/notesSlide5.xml" Id="R079dfcbb8e714b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d3c580d264556" /><Relationship Type="http://schemas.openxmlformats.org/officeDocument/2006/relationships/image" Target="/ppt/media/image9.png" Id="Ra0eecabc132049dc" /><Relationship Type="http://schemas.openxmlformats.org/officeDocument/2006/relationships/image" Target="/ppt/media/image10.png" Id="Re5b80f341560407a" /><Relationship Type="http://schemas.openxmlformats.org/officeDocument/2006/relationships/notesSlide" Target="/ppt/notesSlides/notesSlide6.xml" Id="R4363e66ce18443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8fd99e6384930" /><Relationship Type="http://schemas.openxmlformats.org/officeDocument/2006/relationships/notesSlide" Target="/ppt/notesSlides/notesSlide7.xml" Id="R5560f26996cc4a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1df66de7546eb" /><Relationship Type="http://schemas.openxmlformats.org/officeDocument/2006/relationships/notesSlide" Target="/ppt/notesSlides/notesSlide8.xml" Id="R83a30735411c44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098efe45d4dfd" /><Relationship Type="http://schemas.openxmlformats.org/officeDocument/2006/relationships/notesSlide" Target="/ppt/notesSlides/notesSlide9.xml" Id="Radf2ac09955242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a0b8b50f14b72" /><Relationship Type="http://schemas.openxmlformats.org/officeDocument/2006/relationships/notesSlide" Target="/ppt/notesSlides/notesSlide10.xml" Id="R1ac79b60142a40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abd584a3b4fbd" /><Relationship Type="http://schemas.openxmlformats.org/officeDocument/2006/relationships/notesSlide" Target="/ppt/notesSlides/notesSlide11.xml" Id="R84bfbe8d77b440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172a472b94809" /><Relationship Type="http://schemas.openxmlformats.org/officeDocument/2006/relationships/notesSlide" Target="/ppt/notesSlides/notesSlide12.xml" Id="Rb9c024ceac1946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18315c4e24432d" /><Relationship Type="http://schemas.openxmlformats.org/officeDocument/2006/relationships/notesSlide" Target="/ppt/notesSlides/notesSlide13.xml" Id="Rd9f363f3a43d42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22ac8fe374312" /><Relationship Type="http://schemas.openxmlformats.org/officeDocument/2006/relationships/notesSlide" Target="/ppt/notesSlides/notesSlide14.xml" Id="R26fcc5ffb9dd4b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3ae127b9c421c" /><Relationship Type="http://schemas.openxmlformats.org/officeDocument/2006/relationships/notesSlide" Target="/ppt/notesSlides/notesSlide15.xml" Id="R86bb26cc3b2440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be50728744dae" /><Relationship Type="http://schemas.openxmlformats.org/officeDocument/2006/relationships/notesSlide" Target="/ppt/notesSlides/notesSlide16.xml" Id="R04acf05da36142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f3c33d94c4a13" /><Relationship Type="http://schemas.openxmlformats.org/officeDocument/2006/relationships/notesSlide" Target="/ppt/notesSlides/notesSlide17.xml" Id="R02fcbbada43c47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8b7a1e94a4123" /><Relationship Type="http://schemas.openxmlformats.org/officeDocument/2006/relationships/image" Target="/ppt/media/image11.png" Id="R6015e3f5fd644b27" /><Relationship Type="http://schemas.openxmlformats.org/officeDocument/2006/relationships/notesSlide" Target="/ppt/notesSlides/notesSlide18.xml" Id="R6b158a43501b4d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9968b05a64e84" /><Relationship Type="http://schemas.openxmlformats.org/officeDocument/2006/relationships/image" Target="/ppt/media/image12.png" Id="R68e8c47315d64b7f" /><Relationship Type="http://schemas.openxmlformats.org/officeDocument/2006/relationships/notesSlide" Target="/ppt/notesSlides/notesSlide19.xml" Id="Rdccaf583a4d440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819dc5eb184d11" /><Relationship Type="http://schemas.openxmlformats.org/officeDocument/2006/relationships/notesSlide" Target="/ppt/notesSlides/notesSlide20.xml" Id="Redaf58e173d64b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6385991-CCE0-A889-C6F9-88311E94024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JP Black"/>
                <a:ea typeface="Noto Sans JP Black"/>
                <a:cs typeface="Noto Sans JP Black"/>
              </a:rPr>
              <a:t>無線電波式</a:t>
            </a:r>
            <a:br/>
            <a:r>
              <a:rPr>
                <a:latin typeface="Noto Sans JP Black"/>
                <a:ea typeface="Noto Sans JP Black"/>
                <a:cs typeface="Noto Sans JP Black"/>
              </a:rPr>
              <a:t>ウォークスルー改札の検討</a:t>
            </a:r>
            <a:endParaRPr>
              <a:latin typeface="Noto Sans JP Black"/>
              <a:ea typeface="Noto Sans JP Black"/>
              <a:cs typeface="Noto Sans JP Black"/>
            </a:endParaRP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B9C88237-0621-F488-E6BC-842B789497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Noto Sans JP Black"/>
                <a:ea typeface="Noto Sans JP Black"/>
                <a:cs typeface="Noto Sans JP Black"/>
              </a:rPr>
              <a:t>26043016</a:t>
            </a:r>
            <a:r>
              <a:rPr>
                <a:latin typeface="Noto Sans JP Black"/>
                <a:ea typeface="Noto Sans JP Black"/>
                <a:cs typeface="Noto Sans JP Black"/>
              </a:rPr>
              <a:t>　落合宏紀</a:t>
            </a:r>
          </a:p>
        </p:txBody>
      </p:sp>
    </p:spTree>
    <p:extLst>
      <p:ext uri="{BB962C8B-B14F-4D97-AF65-F5344CB8AC3E}">
        <p14:creationId xmlns:p14="http://schemas.microsoft.com/office/powerpoint/2010/main" val="42484971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223C5BD-72C4-75AD-935C-98F01CD193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ウォークスルー改札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5A1CD304-6A4D-F3CB-4BF6-58354B6E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11" y="4906584"/>
            <a:ext cx="297718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Noto Sans JP Black"/>
                <a:ea typeface="Noto Sans JP Black"/>
                <a:cs typeface="Noto Sans JP Black"/>
              </a:rPr>
              <a:t>バリアフリー</a:t>
            </a:r>
            <a:endParaRPr sz="3600">
              <a:latin typeface="Noto Sans JP Black"/>
              <a:ea typeface="Noto Sans JP Black"/>
              <a:cs typeface="Noto Sans JP Black"/>
            </a:endParaRPr>
          </a:p>
        </p:txBody>
      </p:sp>
      <p:pic>
        <p:nvPicPr>
          <p:cNvPr id="19" name="図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f1f10266649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516" y="2010489"/>
            <a:ext cx="2857500" cy="2857500"/>
          </a:xfrm>
          <a:prstGeom xmlns:a="http://schemas.openxmlformats.org/drawingml/2006/main" prst="rect">
            <a:avLst/>
          </a:prstGeom>
        </p:spPr>
      </p:pic>
      <p:pic>
        <p:nvPicPr>
          <p:cNvPr id="20" name="図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514d101c4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2046" y="2053276"/>
            <a:ext cx="3305041" cy="2751446"/>
          </a:xfrm>
          <a:prstGeom xmlns:a="http://schemas.openxmlformats.org/drawingml/2006/main" prst="rect">
            <a:avLst/>
          </a:prstGeom>
        </p:spPr>
      </p:pic>
      <p:pic>
        <p:nvPicPr>
          <p:cNvPr id="21" name="図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e3cbbdd5e44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6992" y="1959522"/>
            <a:ext cx="3178653" cy="2908467"/>
          </a:xfrm>
          <a:prstGeom xmlns:a="http://schemas.openxmlformats.org/drawingml/2006/main" prst="rect">
            <a:avLst/>
          </a:prstGeom>
        </p:spPr>
      </p:pic>
      <p:sp>
        <p:nvSpPr>
          <p:cNvPr id="12" name="テキスト ボックス 11">
            <a:extLst xmlns:a="http://schemas.openxmlformats.org/drawingml/2006/main">
              <a:ext uri="{FF2B5EF4-FFF2-40B4-BE49-F238E27FC236}">
                <a16:creationId xmlns:a16="http://schemas.microsoft.com/office/drawing/2014/main" id="{53F12AFC-24A7-2876-7E28-99B4986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218" y="4906584"/>
            <a:ext cx="2271563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Noto Sans JP Black"/>
                <a:ea typeface="Noto Sans JP Black"/>
                <a:cs typeface="Noto Sans JP Black"/>
              </a:rPr>
              <a:t>混雑緩和</a:t>
            </a:r>
          </a:p>
        </p:txBody>
      </p:sp>
      <p:sp>
        <p:nvSpPr>
          <p:cNvPr id="13" name="テキスト ボックス 12">
            <a:extLst xmlns:a="http://schemas.openxmlformats.org/drawingml/2006/main">
              <a:ext uri="{FF2B5EF4-FFF2-40B4-BE49-F238E27FC236}">
                <a16:creationId xmlns:a16="http://schemas.microsoft.com/office/drawing/2014/main" id="{2347EB56-ACAA-0AE7-75E2-899379F2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412" y="4906583"/>
            <a:ext cx="205181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Noto Sans JP Black"/>
                <a:ea typeface="Noto Sans JP Black"/>
                <a:cs typeface="Noto Sans JP Black"/>
              </a:rPr>
              <a:t>規格統一</a:t>
            </a:r>
          </a:p>
        </p:txBody>
      </p:sp>
    </p:spTree>
    <p:extLst>
      <p:ext uri="{BB962C8B-B14F-4D97-AF65-F5344CB8AC3E}">
        <p14:creationId xmlns:p14="http://schemas.microsoft.com/office/powerpoint/2010/main" val="21855037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0D471AB1-852E-F025-0E3E-FFB1E445D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ウォークスルー改札の方式</a:t>
            </a:r>
            <a:endParaRPr/>
          </a:p>
        </p:txBody>
      </p:sp>
      <p:pic>
        <p:nvPicPr>
          <p:cNvPr id="12" name="図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fd6bebc5a44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1604962"/>
            <a:ext cx="3810000" cy="3648075"/>
          </a:xfrm>
          <a:prstGeom xmlns:a="http://schemas.openxmlformats.org/drawingml/2006/main" prst="rect">
            <a:avLst/>
          </a:prstGeom>
        </p:spPr>
      </p:pic>
      <p:pic>
        <p:nvPicPr>
          <p:cNvPr id="13" name="図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702788f1340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2" y="1604962"/>
            <a:ext cx="3648075" cy="3648075"/>
          </a:xfrm>
          <a:prstGeom xmlns:a="http://schemas.openxmlformats.org/drawingml/2006/main" prst="rect">
            <a:avLst/>
          </a:prstGeom>
        </p:spPr>
      </p:pic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435659DD-EB2F-301E-5933-30FBEE46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960" y="5532436"/>
            <a:ext cx="162007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/>
              <a:t>顔認証</a:t>
            </a:r>
          </a:p>
        </p:txBody>
      </p:sp>
      <p:sp>
        <p:nvSpPr>
          <p:cNvPr id="8" name="テキスト ボックス 7">
            <a:extLst xmlns:a="http://schemas.openxmlformats.org/drawingml/2006/main">
              <a:ext uri="{FF2B5EF4-FFF2-40B4-BE49-F238E27FC236}">
                <a16:creationId xmlns:a16="http://schemas.microsoft.com/office/drawing/2014/main" id="{8220F492-7FC9-DCB9-4691-431F709F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430" y="5532435"/>
            <a:ext cx="208721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/>
              <a:t>無線通信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18112130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EB80B10-E663-C180-AAE5-9943A7732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顔認証方式のウォークスルー</a:t>
            </a:r>
            <a:endParaRPr/>
          </a:p>
        </p:txBody>
      </p:sp>
      <p:pic>
        <p:nvPicPr>
          <p:cNvPr id="17" name="図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807d602524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7241" y="2000250"/>
            <a:ext cx="154305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十字形 4">
            <a:extLst xmlns:a="http://schemas.openxmlformats.org/drawingml/2006/main">
              <a:ext uri="{FF2B5EF4-FFF2-40B4-BE49-F238E27FC236}">
                <a16:creationId xmlns:a16="http://schemas.microsoft.com/office/drawing/2014/main" id="{96BF7E76-CFC3-EEE7-D72E-1F39B348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77327">
            <a:off x="930269" y="2343086"/>
            <a:ext cx="2336995" cy="2338107"/>
          </a:xfrm>
          <a:prstGeom xmlns:a="http://schemas.openxmlformats.org/drawingml/2006/main" prst="plus">
            <a:avLst>
              <a:gd name="adj" fmla="val 40874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テキスト ボックス 5">
            <a:extLst xmlns:a="http://schemas.openxmlformats.org/drawingml/2006/main">
              <a:ext uri="{FF2B5EF4-FFF2-40B4-BE49-F238E27FC236}">
                <a16:creationId xmlns:a16="http://schemas.microsoft.com/office/drawing/2014/main" id="{F51AA424-6ACB-412C-E95F-32032A43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96" y="4995467"/>
            <a:ext cx="3182983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Noto Sans JP Black"/>
                <a:ea typeface="Noto Sans JP Black"/>
                <a:cs typeface="Noto Sans JP Black"/>
              </a:rPr>
              <a:t>デバイス不要</a:t>
            </a:r>
          </a:p>
        </p:txBody>
      </p:sp>
      <p:pic>
        <p:nvPicPr>
          <p:cNvPr id="20" name="図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e689d64e143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625" y="1884137"/>
            <a:ext cx="3376749" cy="3089725"/>
          </a:xfrm>
          <a:prstGeom xmlns:a="http://schemas.openxmlformats.org/drawingml/2006/main" prst="rect">
            <a:avLst/>
          </a:prstGeom>
        </p:spPr>
      </p:pic>
      <p:sp>
        <p:nvSpPr>
          <p:cNvPr id="10" name="テキスト ボックス 9">
            <a:extLst xmlns:a="http://schemas.openxmlformats.org/drawingml/2006/main">
              <a:ext uri="{FF2B5EF4-FFF2-40B4-BE49-F238E27FC236}">
                <a16:creationId xmlns:a16="http://schemas.microsoft.com/office/drawing/2014/main" id="{4D3CE3A2-7B4D-DD7B-9BB6-7D7DEE21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306" y="4995467"/>
            <a:ext cx="4132217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/>
              <a:t>撮影環境への依存</a:t>
            </a:r>
          </a:p>
        </p:txBody>
      </p:sp>
      <p:sp>
        <p:nvSpPr>
          <p:cNvPr id="11" name="矢印: 右 10">
            <a:extLst xmlns:a="http://schemas.openxmlformats.org/drawingml/2006/main">
              <a:ext uri="{FF2B5EF4-FFF2-40B4-BE49-F238E27FC236}">
                <a16:creationId xmlns:a16="http://schemas.microsoft.com/office/drawing/2014/main" id="{53049110-49F8-2FEA-954F-A0ECF1A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433727">
            <a:off x="9226076" y="2889799"/>
            <a:ext cx="2436237" cy="107839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>
            <a:solidFill>
              <a:srgbClr val="EAEA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テキスト ボックス 11">
            <a:extLst xmlns:a="http://schemas.openxmlformats.org/drawingml/2006/main">
              <a:ext uri="{FF2B5EF4-FFF2-40B4-BE49-F238E27FC236}">
                <a16:creationId xmlns:a16="http://schemas.microsoft.com/office/drawing/2014/main" id="{FA8FC261-58DA-2B3F-D4DE-C6F85136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007" y="4857750"/>
            <a:ext cx="2181497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認証速度の問題</a:t>
            </a:r>
          </a:p>
        </p:txBody>
      </p:sp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781D891D-D343-AE44-5B12-48F7C19A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>
              <a:alpha val="5019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四角形: 角を丸くする 2">
            <a:extLst xmlns:a="http://schemas.openxmlformats.org/drawingml/2006/main">
              <a:ext uri="{FF2B5EF4-FFF2-40B4-BE49-F238E27FC236}">
                <a16:creationId xmlns:a16="http://schemas.microsoft.com/office/drawing/2014/main" id="{28D9EDEE-B0FF-4C6B-8FC4-903B2487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2707" y="2161397"/>
            <a:ext cx="9126583" cy="3371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75000"/>
              <a:lumOff val="2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1071EFAD-0A6A-9A35-21B3-5EBC7159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3083" y="2826191"/>
            <a:ext cx="7219406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>
                <a:solidFill>
                  <a:schemeClr val="bg1"/>
                </a:solidFill>
              </a:rPr>
              <a:t>在来線などに想定される、</a:t>
            </a:r>
            <a:br/>
            <a:r>
              <a:rPr sz="4000">
                <a:solidFill>
                  <a:schemeClr val="bg1"/>
                </a:solidFill>
              </a:rPr>
              <a:t>・高速・大量な処理・普遍的</a:t>
            </a:r>
            <a:br/>
            <a:r>
              <a:rPr sz="4000">
                <a:solidFill>
                  <a:schemeClr val="bg1"/>
                </a:solidFill>
              </a:rPr>
              <a:t>な運用には不向き</a:t>
            </a:r>
          </a:p>
        </p:txBody>
      </p:sp>
    </p:spTree>
    <p:extLst>
      <p:ext uri="{BB962C8B-B14F-4D97-AF65-F5344CB8AC3E}">
        <p14:creationId xmlns:p14="http://schemas.microsoft.com/office/powerpoint/2010/main" val="23012103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B1050C7F-284F-6039-A3F3-DE1F3FF1AE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無線方式のウォークスルー</a:t>
            </a:r>
            <a:r>
              <a:t>(</a:t>
            </a:r>
            <a:r>
              <a:t>改札方式</a:t>
            </a:r>
            <a:r>
              <a:t>)</a:t>
            </a:r>
            <a:endParaRPr/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4366E571-5C2A-8C46-C616-89EAA82A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62" y="6488668"/>
            <a:ext cx="869493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https://www.jreast.co.jp/development/theme/speed/pdf/speed09.pdf</a:t>
            </a:r>
            <a:r>
              <a:t>　</a:t>
            </a:r>
            <a:endParaRPr/>
          </a:p>
        </p:txBody>
      </p:sp>
      <p:pic>
        <p:nvPicPr>
          <p:cNvPr id="7" name="図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57020b0754d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59149" y="955833"/>
            <a:ext cx="4560851" cy="5532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068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BFD1467-FC54-CFE2-D463-66305DDE32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無線方式のウォークスルー</a:t>
            </a:r>
            <a:r>
              <a:t>(BIBO</a:t>
            </a:r>
            <a:r>
              <a:t>方式</a:t>
            </a:r>
            <a:r>
              <a:t>)</a:t>
            </a:r>
            <a:endParaRPr/>
          </a:p>
        </p:txBody>
      </p:sp>
      <p:pic>
        <p:nvPicPr>
          <p:cNvPr id="23" name="図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ecabc1320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8525" y="1936955"/>
            <a:ext cx="5763475" cy="3869762"/>
          </a:xfrm>
          <a:prstGeom xmlns:a="http://schemas.openxmlformats.org/drawingml/2006/main" prst="rect">
            <a:avLst/>
          </a:prstGeom>
        </p:spPr>
      </p:pic>
      <p:pic>
        <p:nvPicPr>
          <p:cNvPr id="24" name="図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80f34156040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551" y="1325563"/>
            <a:ext cx="2430829" cy="2635045"/>
          </a:xfrm>
          <a:prstGeom xmlns:a="http://schemas.openxmlformats.org/drawingml/2006/main" prst="rect">
            <a:avLst/>
          </a:prstGeom>
        </p:spPr>
      </p:pic>
      <p:cxnSp>
        <p:nvCxnSpPr>
          <p:cNvPr id="25" name="直線コネクタ 7"/>
          <p:cNvCxnSpPr>
            <a:stCxn xmlns:a="http://schemas.openxmlformats.org/drawingml/2006/main" id="6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66380" y="2643086"/>
            <a:ext cx="3462145" cy="122875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楕円 9">
            <a:extLst xmlns:a="http://schemas.openxmlformats.org/drawingml/2006/main">
              <a:ext uri="{FF2B5EF4-FFF2-40B4-BE49-F238E27FC236}">
                <a16:creationId xmlns:a16="http://schemas.microsoft.com/office/drawing/2014/main" id="{36C7B26E-395C-8330-AFCA-C6E67031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86" y="2597049"/>
            <a:ext cx="122947" cy="108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楕円 11">
            <a:extLst xmlns:a="http://schemas.openxmlformats.org/drawingml/2006/main">
              <a:ext uri="{FF2B5EF4-FFF2-40B4-BE49-F238E27FC236}">
                <a16:creationId xmlns:a16="http://schemas.microsoft.com/office/drawing/2014/main" id="{95E23060-1E11-3FDF-6AEF-5698F554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191" y="3817759"/>
            <a:ext cx="122947" cy="108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テキスト ボックス 12">
            <a:extLst xmlns:a="http://schemas.openxmlformats.org/drawingml/2006/main">
              <a:ext uri="{FF2B5EF4-FFF2-40B4-BE49-F238E27FC236}">
                <a16:creationId xmlns:a16="http://schemas.microsoft.com/office/drawing/2014/main" id="{7ED15E9A-3701-8D78-1949-469044A0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853" y="3516428"/>
            <a:ext cx="3333136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/>
              <a:t>直接通信して乗車検知</a:t>
            </a:r>
          </a:p>
        </p:txBody>
      </p:sp>
    </p:spTree>
    <p:extLst>
      <p:ext uri="{BB962C8B-B14F-4D97-AF65-F5344CB8AC3E}">
        <p14:creationId xmlns:p14="http://schemas.microsoft.com/office/powerpoint/2010/main" val="2742386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研究目的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問い：駅間ごとの検出が不完全なとき、OD分布と運賃制度の違いによって、運賃回収率はどの程度変化するか。</a:t>
            </a:r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評価する関係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検出率 p → 観測リンク列 O → OD推定 ĥ → 推定運賃 F_ĥ → 運賃回収率 R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本段階では、不正乗車ではなくセンサの読み取り失敗だけを扱う。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本研究で評価するモデル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真のOD H=(i,j)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　↓ 各駅間で確率 p で観測</a:t>
            </a:r>
            <a:endParaRPr sz="3600"/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観測リンク列 O</a:t>
            </a:r>
            <a:endParaRPr sz="3600"/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　↓ 全OD候補を比較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事後確率 P(H=h｜O)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　↓ 閾値 τ で採用／判定不能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推定OD ĥ → 推定運賃 F_ĥ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　↓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真の運賃 F_h と比較して回収率を求める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ODと経路の定義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OD（Origin–Destination）は、1人の乗車駅と降車駅の組。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H=(i,j)：駅 i から駅 j への移動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Γ_ij=(ℓ₁,ℓ₂,…,ℓ_m)：OD (i,j) が通るリンクの順序付き列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リンク：隣接する2駅の間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同じ利用区間数でも、乗降駅が異なれば別のODとして扱う。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営業距離 d_ij と利用区間数 m_ij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m_ij =｜Γ_ij｜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通過する駅間リンクの個数。</a:t>
            </a:r>
            <a:endParaRPr sz="3600"/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本モデルではセンサの観測機会数を決める。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d_ij = Σ_{ℓ∈Γ_ij} δ_ℓ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各リンクの営業距離 δ_ℓ の合計。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ODの発生確率と運賃 F(d_ij) を決める。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同じ3区間でも駅間距離が違えば d_ij は異なる。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ハブなしのOD分布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個別ODの重み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　w_ij = exp(−γ d_ij)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個別ODの事前確率</a:t>
            </a:r>
            <a:endParaRPr sz="3600"/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　π_ij = w_ij ／ Σ_{a≠b} w_ab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γ &gt; 0：営業距離が短いODを多くする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γ = 0：全ODを同じ重みとする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γ &lt; 0：営業距離が長いODを多くする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π_ij は個別ODの確率。区間数 m の確率 π_m とは区別する。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駅間ごとの観測モデル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真の経路 Γ_ij の各リンクで、利用者IDを取得できる確率を p とする。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X_r ～ Bernoulli(p)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X_r=1：リンク ℓ_r で観測成功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X_r=0：観測失敗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観測成功したリンクを順序付きで並べたものを O とする。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前提：各リンクの観測は独立、経路外の誤検出は発生しない。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尤度：候補ODは観測を説明できるか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候補OD h の経路が4リンクで、観測が「成功・失敗・成功・失敗」なら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　P(O｜H=h)=p²(1−p)²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一般には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　P(O｜H=h)=p^{c_h}(1−p)^{m_h−c_h}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c_h：候補経路上で観測されたリンク数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m_h−c_h：候補経路上だが観測されなかったリンク数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尤度が大きいほど、その候補は今回の観測を説明しやすい。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ベイズ推定：尤度とOD分布を合わせる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P(H=h｜O) = P(O｜H=h) π_h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　　　　　　／ Σ_{h'} P(O｜H=h') π_{h'}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π_h：観測前にOD h が発生する確率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P(O｜H=h)：候補 h のもとで観測 O が出る尤度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P(H=h｜O)：観測後の候補 h の確率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分母は全候補のスコアを足し、事後確率の合計を1にする正規化。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閾値による採用・判定不能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最有力候補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　ĥ = arg max_h P(H=h｜O)</a:t>
            </a:r>
            <a:endParaRPr sz="3600"/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信頼度</a:t>
            </a:r>
            <a:endParaRPr sz="3600"/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　c(O) = max_h P(H=h｜O)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c(O) ≥ τ：ĥ を推定ODとして採用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c(O) &lt; τ：判定不能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τを上げると誤推定は減るが、判定不能が増える。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現シミュレーションでは判定不能時の回収額を0円とする。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運賃回収率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例：真の運賃240円、推定運賃180円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　この乗客の回収率 = 180／240 = 75%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真のODが h の期待回収額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　E[F̂｜H=h] = Σ_ĥ P(Ĥ=ĥ｜H=h) F_ĥ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OD h の回収率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　R_h = E[F̂｜H=h] ／ F_h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判定不能は F̂=0。過小課金・過課金・判定不能率も別に確認する。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今回の実験条件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路線：17駅・16区間の直線路線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OD分布：π_ij ∝ exp(−γ d_ij)</a:t>
            </a:r>
            <a:endParaRPr sz="3600"/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検出率：p=0.65、0.70</a:t>
            </a:r>
            <a:endParaRPr sz="3600"/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センサ：単独方式、各駅間で1回観測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誤検出：なし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リンク間依存：独立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判定不能：回収額0円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運賃：JR型段階運賃／線形距離運賃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※乗客数、シード数、閾値 τ、γ は結果図に必ず併記する。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76F86C7-DCBC-0150-BA76-64A349F93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利用区間数別の運賃回収率</a:t>
            </a:r>
          </a:p>
        </p:txBody>
      </p:sp>
      <p:pic>
        <p:nvPicPr>
          <p:cNvPr id="11" name="図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5e3f5fd644b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735666"/>
            <a:ext cx="12192000" cy="3386667"/>
          </a:xfrm>
          <a:prstGeom xmlns:a="http://schemas.openxmlformats.org/drawingml/2006/main" prst="rect">
            <a:avLst/>
          </a:prstGeom>
        </p:spPr>
      </p:pic>
      <p:sp>
        <p:nvSpPr>
          <p:cNvPr id="8" name="テキスト ボックス 7">
            <a:extLst xmlns:a="http://schemas.openxmlformats.org/drawingml/2006/main">
              <a:ext uri="{FF2B5EF4-FFF2-40B4-BE49-F238E27FC236}">
                <a16:creationId xmlns:a16="http://schemas.microsoft.com/office/drawing/2014/main" id="{E222F9A3-6711-299F-CFD6-A18B8019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32436"/>
            <a:ext cx="12192000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/>
              <a:t>検出率 p=0.65、0.70。横軸は利用区間数 m_ij（観測機会数）。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32906577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A07342D-8ABD-43F7-024F-8FBB3A8FF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段階運賃と線形距離運賃の比較</a:t>
            </a:r>
            <a:endParaRPr/>
          </a:p>
        </p:txBody>
      </p:sp>
      <p:pic>
        <p:nvPicPr>
          <p:cNvPr id="5" name="図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8c47315d64b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566214"/>
            <a:ext cx="12192000" cy="45284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929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698017C-B507-4E91-B19A-D072D5286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現段階の結論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7D36B6AD-046F-42F5-7D71-2F4FEF4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利用区間数 m_ij が増えると観測機会が増え、少なくとも一部で検出できる可能性が高くなる。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一方、運賃は営業距離 d_ij で決まる。</a:t>
            </a:r>
            <a:endParaRPr sz="3600"/>
          </a:p>
        </p:txBody>
      </p:sp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ADD76989-6047-A2AA-B748-BB7FC5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したがって導入適性は、検出率だけでは決まらない。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・営業距離に基づくOD分布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・利用区間数による観測機会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・段階運賃／線形運賃</a:t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・閾値による判定不能</a:t>
            </a:r>
            <a:endParaRPr sz="3600"/>
          </a:p>
          <a:p xmlns:a="http://schemas.openxmlformats.org/drawingml/2006/main">
            <a:pPr algn="l">
              <a:buNone/>
            </a:pPr>
            <a:r>
              <a:rPr sz="3600"/>
              <a:t/>
            </a:r>
            <a:endParaRPr sz="3600"/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これらの組合せから運賃回収率を評価する。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696951204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Noto Sans JP Black"/>
        <a:ea typeface="Noto Sans JP Black"/>
        <a:cs typeface=""/>
      </a:majorFont>
      <a:minorFont>
        <a:latin typeface="Noto Sans JP Black"/>
        <a:ea typeface="Noto Sans JP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2026-08-09T14:35:37.1350000Z</dcterms:created>
  <dcterms:modified xsi:type="dcterms:W3CDTF">2026-08-09T14:35:37.1350000Z</dcterms:modified>
</coreProperties>
</file>